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fixture for Planar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bullet points about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